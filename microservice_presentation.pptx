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Microservice Project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 |  User Service  |  Frontend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 |  H2 Database  |  Docker  |  GitHub Releases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Anshika Singh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83464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1572768"/>
            <a:ext cx="1828800" cy="320040"/>
          </a:xfrm>
          <a:prstGeom prst="rect">
            <a:avLst/>
          </a:prstGeom>
          <a:solidFill>
            <a:srgbClr val="2E75B6">
              <a:alpha val="2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2029968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8424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all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3192" y="2505456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973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data in H2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" y="2980944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3522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REST API for user 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" y="3456432"/>
            <a:ext cx="164592" cy="16459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107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the Frontend 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868680"/>
            <a:ext cx="2834640" cy="59436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749040" y="1572768"/>
            <a:ext cx="1828800" cy="320040"/>
          </a:xfrm>
          <a:prstGeom prst="rect">
            <a:avLst/>
          </a:prstGeom>
          <a:solidFill>
            <a:srgbClr val="2D9E5F">
              <a:alpha val="20000"/>
            </a:srgbClr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0712" y="2029968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198424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login and register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10712" y="2505456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45973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User Service via HTTP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0712" y="2980944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93522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of its own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456432"/>
            <a:ext cx="164592" cy="164592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4107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success or error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868680"/>
            <a:ext cx="283464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766560" y="1572768"/>
            <a:ext cx="1828800" cy="32004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8087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28232" y="2029968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198424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page with forms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28232" y="2505456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2459736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Login buttons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28232" y="2980944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93522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from User Service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28232" y="3456432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34107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Auth Service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&amp; Communication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:8087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005840"/>
            <a:ext cx="2011680" cy="868680"/>
          </a:xfrm>
          <a:prstGeom prst="rect">
            <a:avLst/>
          </a:prstGeom>
          <a:solidFill>
            <a:srgbClr val="E8F0FE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0058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005840"/>
            <a:ext cx="2011680" cy="868680"/>
          </a:xfrm>
          <a:prstGeom prst="rect">
            <a:avLst/>
          </a:prstGeom>
          <a:solidFill>
            <a:srgbClr val="E8F8EE"/>
          </a:solidFill>
          <a:ln w="12700">
            <a:solidFill>
              <a:srgbClr val="2D9E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00584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2834640"/>
            <a:ext cx="20116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28346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1435608"/>
            <a:ext cx="128016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097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/auth/login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435608"/>
            <a:ext cx="1280160" cy="0"/>
          </a:xfrm>
          <a:prstGeom prst="line">
            <a:avLst/>
          </a:prstGeom>
          <a:noFill/>
          <a:ln w="25400">
            <a:solidFill>
              <a:srgbClr val="2D9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97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9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/users/email/{email}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1874520"/>
            <a:ext cx="0" cy="96012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0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query/save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flow: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63931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User fills form on Frontend and clicks Login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Frontend sends POST to Auth Service at :8081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Auth Service calls User Service GET /users/email/{email}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171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User Service queries H2 database and returns user JSON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Auth Service checks password in JSON, returns result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Flow -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4864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Credentials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71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 typed in Frontend at http://localhost:8087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19072"/>
            <a:ext cx="54864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1773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Calls Auth Service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http://localhost:8081/auth/login with JSON body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23744"/>
            <a:ext cx="548640" cy="68580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2374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Calls User 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http://user-service:8087/users/email/{email} via RestTemplate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28416"/>
            <a:ext cx="54864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284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85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JSON response checked: does it contain the input password string?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33088"/>
            <a:ext cx="54864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3308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Returned to Browser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489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Successful or Invalid Credentials sent back as HTTP response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Code - AuthService.java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321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login(String email, String password)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 Docker: use container name, not localhost!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url = "http://user-service:8087/users/email/" + email;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Fetch as raw String to avoid class mismatch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rawResponse = restTemplate.getForObject(url, String.class);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(rawResponse == null) return "User not found";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Check if password exists in JSON response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(rawResponse.contains("password":"" + password + ""))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"Login Successful";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"Invalid Credentials";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3749040"/>
            <a:ext cx="2743200" cy="347472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13308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user-service not localhost in Docker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3749040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String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413308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User class mismatch between 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74904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749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13308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checks password in raw JSON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(both services)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52728"/>
            <a:ext cx="3931920" cy="1581912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target/service-1.0.jar app.jar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["java","-jar","app.jar"]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4297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68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Docker Network?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533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isolated by default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62763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= only that container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0195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lets containers use name as host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17627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user-service:8087 works cross-container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23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needed - fully local!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Commands (in order)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319272"/>
            <a:ext cx="85953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1927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package -DskipTests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319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JAR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6674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66744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auth-service 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6667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image (dot required!)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014216"/>
            <a:ext cx="85953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1421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microservice-network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40142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network (works offline)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36168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361688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user-service --network microservice-network -p 8087:8087 user-service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3616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user-service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F4F6F9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0916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auth-service --network microservice-network -p 8081:8081 auth-service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auth-service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Deployment - Office PC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93192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PC  (Online)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mvn clean package -DskipTests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9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docker build -t auth-service 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docker build -t user-service 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53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docker save -o auth-service.tar auth-service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655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docker save -o user-service.tar user-service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Upload .tar to GitHub Releases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937760" y="868680"/>
            <a:ext cx="3931920" cy="4114800"/>
          </a:xfrm>
          <a:prstGeom prst="rect">
            <a:avLst/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868680"/>
            <a:ext cx="3931920" cy="438912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PC  (Offline)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492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Download .tar from GitHub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929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docker load -i auth-service.tar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441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docker load -i user-service.tar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53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docker network create microservice-network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655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docker run ... user-service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docker run ... auth-service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 Errors &amp; Fixes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Login always failed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868680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AuthController queried its own empty DB. Fix: call authService.login()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81912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8191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Wrong service in Docker logs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81912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81912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Wrong JAR used. Fix: mvn clean package then docker build again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95144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9514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Tomcat on port 8080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295144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295144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Old JAR. Fix: run mvn clean package -DskipTests to rebuild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08376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0837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%40 in email URL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008376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008376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UriUtils.encode() encodes @. Fix: use email directly without encoding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21608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21608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2160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webAllowOthers disabled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721608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3721608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Add spring.h2.console.settings.web-allow-others=true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434840"/>
            <a:ext cx="3017520" cy="603504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3484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docker build needs argument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4434840"/>
            <a:ext cx="73152" cy="6035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4434840"/>
            <a:ext cx="5303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5C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Missing dot. Fix: docker build -t name . (dot at end is required)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 - All URLs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54864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- Register and Login 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72768"/>
            <a:ext cx="109728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72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http://localhost:8087/h2-console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5727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Database console - view stored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31136"/>
            <a:ext cx="109728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311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http://localhost:8087/users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22311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all users - returns JSON 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9504"/>
            <a:ext cx="109728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95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http://localhost:8087/users/email/test@gmail.com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8895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single user by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109728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47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http://localhost:8081/auth/login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547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endpoint - POST with email and password 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109728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06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2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http://localhost:8081/auth/register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endpoint - POST with name, email, password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34440"/>
            <a:ext cx="1097280" cy="594360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12344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Service stores all users in H2 database on port 8087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8412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47672"/>
            <a:ext cx="10972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476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SVC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94767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 handles login/register by calling User Service API on port 8081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8412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60904"/>
            <a:ext cx="10972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6090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66090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Frontend is served from User Service static folder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74136"/>
            <a:ext cx="8412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74136"/>
            <a:ext cx="109728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7413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37413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Network lets containers talk via container names, not localhost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087368"/>
            <a:ext cx="841248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87368"/>
            <a:ext cx="1097280" cy="594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873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408736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save bundles everything in a .tar for offline deployment via GitHub Releases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Complete and Running!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2026-04-22T16:55:23Z</dcterms:created>
  <dcterms:modified xsi:type="dcterms:W3CDTF">2026-04-22T16:55:23Z</dcterms:modified>
</cp:coreProperties>
</file>